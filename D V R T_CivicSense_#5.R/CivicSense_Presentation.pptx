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CivicSense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Civic Complaint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city works when its citizens are heard — and heard fast."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Municipal complaints in India face critical challenges: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70%+ complaints remain unresolved for 30+ days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Citizens file the same complaint multiple times with zero visibility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Manual routing causes delays and mis-assignments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No real-time feedback or accountability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2103120" cy="1371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500M+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Urban Citizens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474720" y="3017520"/>
            <a:ext cx="2103120" cy="1371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3200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4,800+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Urban Bodies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035040" y="3017520"/>
            <a:ext cx="2103120" cy="1371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3200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72%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Unresolved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CivicSense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AI-driven platform that transforms civic complaint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semantic analysis routes complaints to correct departments instantly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Vector-based similarity finds duplicate complaints within 50m radius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Geo-Aware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GPS-based assignment to nearest municipal office for faster 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931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0" y="3657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→ Manager → Supervisor workflow with full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14300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submit geotagged complaints with photos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embedding + duplicate check + department routing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assigned to nearest office automatically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150876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1280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903720" y="210312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7432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updates → Real-time status → Citizen notified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Innovation &amp; Technology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Semantic Deduplication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384-dimensional vector space analysis detects duplicate complaints even with different wording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AI Department Routing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PostgreSQL RPC with 60% confidence threshold ensures accurate routing or human triage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Geo-Aware Assignment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GPS-based office assignment ensures field staff closest to the problem respond 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Next.js 14, TypeScript, Leaflet Maps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FastAPI (Python 3.13), Pydantic v2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AI/ML: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FastEmbed (BAAI/bge-small-en-v1.5)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PostgreSQL + pgvector (Supabase)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Scalability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Improvements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rgbClr val="64748B"/>
                </a:solidFill>
              </a:rPr>
              <a:t>30+ days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→ </a:t>
            </a:r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&lt; 7 days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Complaints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rgbClr val="64748B"/>
                </a:solidFill>
              </a:rPr>
              <a:t>100%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→ </a:t>
            </a:r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40%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trike="sngStrike" dirty="0">
                <a:solidFill>
                  <a:srgbClr val="64748B"/>
                </a:solidFill>
              </a:rPr>
              <a:t>Manual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→ </a:t>
            </a:r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AI-Driven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City-wide complaint heat maps for proactive infrastructure maintenance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Predictive AI flagging areas before citizens complain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IoT sensor integration (streetlights, water meters) for automated complaint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3716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B2G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₹5-20L/year per city license to Urban Local Bodies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Per-Complaint Fee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₹1-2 per complaint for large metro cities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Analytics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maps, trend reports, SLA tracking dashboards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Metered API for third-party integrations (NGOs, media)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Validation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GovTech Market (2024)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12% CAGR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5176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2044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 in India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₹2.05 lakh crore budget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12801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Complaints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 (BBMP) alone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No existing Indian civic portal combines: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Semantic AI routing  ✓ Vector-based deduplication  ✓ Hierarchical access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Geo-aware assignment  ✓ Real-time citizen visibility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Functional web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AI routing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Multi-role dashboards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188720"/>
            <a:ext cx="265176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Pilot with 1 ULB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SMS notifications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Real complaint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4-12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Multi-tenant rollout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Mobile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Analytics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IoT integration, predictive maintenance, Pan-India expansion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Platform Highlights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37160" cy="1463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Citizen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Submit with GPS &amp; photos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Track status real-time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View resolution notes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13716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Supervisor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Process office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Mark progress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Submit resolution report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 Manager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Update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Reassign departments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Monitor workflow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926080"/>
            <a:ext cx="137160" cy="14630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System oversight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Provision staff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✓ Full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CivicSense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complaint becomes a priority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2926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Civic Engagement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🌐 Built for 4,800+ Urban Local Bodies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🚀 Powered by AI, Designed for Citizens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CivicSense - AI-Driven Civic Complaint Management</dc:title>
  <dc:subject>PptxGenJS Presentation</dc:subject>
  <dc:creator>CivicSense Team</dc:creator>
  <cp:lastModifiedBy>CivicSense Team</cp:lastModifiedBy>
  <cp:revision>1</cp:revision>
  <dcterms:created xsi:type="dcterms:W3CDTF">2026-05-15T04:43:27Z</dcterms:created>
  <dcterms:modified xsi:type="dcterms:W3CDTF">2026-05-15T04:43:27Z</dcterms:modified>
</cp:coreProperties>
</file>